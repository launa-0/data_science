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B3A23-B39B-4ADB-AE8C-1E0F84AF4CD2}" v="11" dt="2025-10-19T12:18:59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F6B45-F347-45FB-80A0-96DCDE6392EC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448A5-0BF1-4977-9D26-0FDCD55FF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31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448A5-0BF1-4977-9D26-0FDCD55FF79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4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87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71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76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43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05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4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26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766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95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959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55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C24CD66-A37F-4A53-89C3-24CA08C73F9A}" type="datetimeFigureOut">
              <a:rPr lang="ko-KR" altLang="en-US" smtClean="0"/>
              <a:t>2025-10-19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3D0CC72-30D5-49E0-9D23-F46D6331CC8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82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una-0/cardio-project" TargetMode="External"/><Relationship Id="rId2" Type="http://schemas.openxmlformats.org/officeDocument/2006/relationships/hyperlink" Target="https://cardio-project-q2btpa92nykgwv7ooabl6k.streamlit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ardioupdate-agdcshlnfufmuahcjul6es.streamlit.app/" TargetMode="External"/><Relationship Id="rId2" Type="http://schemas.openxmlformats.org/officeDocument/2006/relationships/hyperlink" Target="https://github.com/Launa-0/cardio_upda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Launa-0/2025_tourgo_even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C036B-7DAD-4D5D-3C08-89E6EFAEF4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카카오 입사지원</a:t>
            </a:r>
            <a:br>
              <a:rPr lang="en-US" altLang="ko-KR" dirty="0"/>
            </a:br>
            <a:r>
              <a:rPr lang="ko-KR" altLang="en-US" dirty="0"/>
              <a:t>개인 포트폴리오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7D5DA0-708F-4903-8486-515B36E6A6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XAI 2</a:t>
            </a:r>
            <a:r>
              <a:rPr lang="ko-KR" altLang="en-US" dirty="0"/>
              <a:t>분반</a:t>
            </a:r>
            <a:endParaRPr lang="en-US" altLang="ko-KR" dirty="0"/>
          </a:p>
          <a:p>
            <a:r>
              <a:rPr lang="en-US" altLang="ko-KR" dirty="0"/>
              <a:t>20230808 </a:t>
            </a:r>
            <a:r>
              <a:rPr lang="ko-KR" altLang="en-US" dirty="0"/>
              <a:t>오승현</a:t>
            </a:r>
          </a:p>
        </p:txBody>
      </p:sp>
    </p:spTree>
    <p:extLst>
      <p:ext uri="{BB962C8B-B14F-4D97-AF65-F5344CB8AC3E}">
        <p14:creationId xmlns:p14="http://schemas.microsoft.com/office/powerpoint/2010/main" val="325036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5445F-B38A-8697-1801-E31DCCC5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뤼튼</a:t>
            </a:r>
            <a:r>
              <a:rPr lang="en-US" altLang="ko-KR" dirty="0"/>
              <a:t>-</a:t>
            </a:r>
            <a:r>
              <a:rPr lang="ko-KR" altLang="en-US" dirty="0"/>
              <a:t>생성형</a:t>
            </a:r>
            <a:r>
              <a:rPr lang="en-US" altLang="ko-KR" dirty="0"/>
              <a:t>AI</a:t>
            </a:r>
            <a:r>
              <a:rPr lang="ko-KR" altLang="en-US" dirty="0"/>
              <a:t>전략기획 아이디어톤</a:t>
            </a:r>
            <a:r>
              <a:rPr lang="en-US" altLang="ko-KR" dirty="0"/>
              <a:t>						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C7A48E-275E-9762-69DC-F3135E5E4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청년 세대의 </a:t>
            </a:r>
            <a:r>
              <a:rPr lang="ko-KR" altLang="en-US" dirty="0" err="1"/>
              <a:t>취준을</a:t>
            </a:r>
            <a:r>
              <a:rPr lang="ko-KR" altLang="en-US" dirty="0"/>
              <a:t> 돕는 </a:t>
            </a:r>
            <a:r>
              <a:rPr lang="en-US" altLang="ko-KR" dirty="0"/>
              <a:t>AI</a:t>
            </a:r>
            <a:r>
              <a:rPr lang="ko-KR" altLang="en-US" dirty="0"/>
              <a:t>를 제안</a:t>
            </a:r>
            <a:endParaRPr lang="en-US" altLang="ko-KR" dirty="0"/>
          </a:p>
          <a:p>
            <a:r>
              <a:rPr lang="ko-KR" altLang="en-US" dirty="0"/>
              <a:t>오승현 외 </a:t>
            </a:r>
            <a:r>
              <a:rPr lang="en-US" altLang="ko-KR" dirty="0"/>
              <a:t>3</a:t>
            </a:r>
            <a:r>
              <a:rPr lang="ko-KR" altLang="en-US" dirty="0"/>
              <a:t>인</a:t>
            </a:r>
            <a:endParaRPr lang="en-US" altLang="ko-KR" dirty="0"/>
          </a:p>
          <a:p>
            <a:r>
              <a:rPr lang="ko-KR" altLang="en-US" dirty="0"/>
              <a:t>우수상 수상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EA0FE-98C1-4F2B-4382-F65073D0992B}"/>
              </a:ext>
            </a:extLst>
          </p:cNvPr>
          <p:cNvSpPr txBox="1"/>
          <p:nvPr/>
        </p:nvSpPr>
        <p:spPr>
          <a:xfrm>
            <a:off x="10393960" y="136802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2024.5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B9D8D6-938F-B2AC-4D18-3F9F8307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09" y="2423371"/>
            <a:ext cx="5357811" cy="381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8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A9CB-2829-AECA-4175-615367844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A2CAB-AC9B-6226-06D6-9EF1790B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아웃라이어</a:t>
            </a:r>
            <a:r>
              <a:rPr lang="en-US" altLang="ko-KR" dirty="0"/>
              <a:t>-</a:t>
            </a:r>
            <a:r>
              <a:rPr lang="ko-KR" altLang="en-US" dirty="0"/>
              <a:t>심혈관계 프로젝트</a:t>
            </a:r>
            <a:r>
              <a:rPr lang="en-US" altLang="ko-KR" dirty="0"/>
              <a:t>						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736ADB-5564-B2D4-AE56-4936A20E0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188891" cy="4023360"/>
          </a:xfrm>
        </p:spPr>
        <p:txBody>
          <a:bodyPr>
            <a:normAutofit fontScale="55000" lnSpcReduction="20000"/>
          </a:bodyPr>
          <a:lstStyle/>
          <a:p>
            <a:r>
              <a:rPr lang="ko-KR" altLang="en-US" sz="2600" dirty="0"/>
              <a:t>동덕여대 정보통계학과 과동아리 </a:t>
            </a:r>
            <a:r>
              <a:rPr lang="ko-KR" altLang="en-US" sz="2600" dirty="0" err="1"/>
              <a:t>아웃라이어에서</a:t>
            </a:r>
            <a:r>
              <a:rPr lang="ko-KR" altLang="en-US" sz="2600" dirty="0"/>
              <a:t> 의료 프로젝트 팀 팀원으로 참가</a:t>
            </a:r>
            <a:endParaRPr lang="en-US" altLang="ko-KR" sz="2600" dirty="0"/>
          </a:p>
          <a:p>
            <a:r>
              <a:rPr lang="ko-KR" altLang="en-US" sz="2600" dirty="0"/>
              <a:t>오승현 외 </a:t>
            </a:r>
            <a:r>
              <a:rPr lang="en-US" altLang="ko-KR" sz="2600" dirty="0"/>
              <a:t>3</a:t>
            </a:r>
            <a:r>
              <a:rPr lang="ko-KR" altLang="en-US" sz="2600" dirty="0"/>
              <a:t>인  </a:t>
            </a:r>
            <a:endParaRPr lang="en-US" altLang="ko-KR" sz="2600" dirty="0"/>
          </a:p>
          <a:p>
            <a:r>
              <a:rPr lang="en-US" altLang="ko-KR" sz="2600" dirty="0"/>
              <a:t>Kaggle </a:t>
            </a:r>
            <a:r>
              <a:rPr lang="ko-KR" altLang="en-US" sz="2600" dirty="0"/>
              <a:t>데이터셋을 사용</a:t>
            </a:r>
            <a:r>
              <a:rPr lang="en-US" altLang="ko-KR" sz="2600" dirty="0"/>
              <a:t>, </a:t>
            </a:r>
            <a:r>
              <a:rPr lang="ko-KR" altLang="en-US" sz="2600" dirty="0"/>
              <a:t>배웠던 다양한 </a:t>
            </a:r>
            <a:r>
              <a:rPr lang="ko-KR" altLang="en-US" sz="2600" dirty="0" err="1"/>
              <a:t>머신러닝</a:t>
            </a:r>
            <a:r>
              <a:rPr lang="ko-KR" altLang="en-US" sz="2600" dirty="0"/>
              <a:t> 모델 적용</a:t>
            </a:r>
            <a:endParaRPr lang="en-US" altLang="ko-KR" sz="2600" dirty="0"/>
          </a:p>
          <a:p>
            <a:r>
              <a:rPr lang="ko-KR" altLang="en-US" sz="2600" dirty="0"/>
              <a:t>전이학습 적용해 모델의 성능 향상을 하려했으나</a:t>
            </a:r>
            <a:r>
              <a:rPr lang="en-US" altLang="ko-KR" sz="2600" dirty="0"/>
              <a:t>….</a:t>
            </a:r>
            <a:r>
              <a:rPr lang="ko-KR" altLang="en-US" sz="2600" dirty="0"/>
              <a:t>실패</a:t>
            </a:r>
            <a:endParaRPr lang="en-US" altLang="ko-KR" sz="2600" dirty="0"/>
          </a:p>
          <a:p>
            <a:r>
              <a:rPr lang="en-US" altLang="ko-KR" sz="2600" dirty="0" err="1"/>
              <a:t>Streamlit</a:t>
            </a:r>
            <a:r>
              <a:rPr lang="ko-KR" altLang="en-US" sz="2600" dirty="0"/>
              <a:t>을 사용해 </a:t>
            </a:r>
            <a:r>
              <a:rPr lang="en-US" altLang="ko-KR" sz="2600" dirty="0" err="1"/>
              <a:t>XGBoost</a:t>
            </a:r>
            <a:r>
              <a:rPr lang="ko-KR" altLang="en-US" sz="2600" dirty="0"/>
              <a:t>기반 심혈관 질병 발병 확률을 보여주는 시뮬레이터 제작</a:t>
            </a:r>
            <a:r>
              <a:rPr lang="en-US" altLang="ko-KR" sz="2600" dirty="0"/>
              <a:t>, </a:t>
            </a:r>
            <a:r>
              <a:rPr lang="ko-KR" altLang="en-US" sz="2600" dirty="0" err="1"/>
              <a:t>깃허브를</a:t>
            </a:r>
            <a:r>
              <a:rPr lang="ko-KR" altLang="en-US" sz="2600" dirty="0"/>
              <a:t> 통한 배포</a:t>
            </a:r>
            <a:endParaRPr lang="en-US" altLang="ko-KR" sz="2600" dirty="0"/>
          </a:p>
          <a:p>
            <a:r>
              <a:rPr lang="en-US" altLang="ko-KR" sz="2600" dirty="0">
                <a:hlinkClick r:id="rId2"/>
              </a:rPr>
              <a:t>https://cardio-project-q2btpa92nykgwv7ooabl6k.streamlit.app/</a:t>
            </a:r>
            <a:endParaRPr lang="en-US" altLang="ko-KR" sz="2600" dirty="0"/>
          </a:p>
          <a:p>
            <a:r>
              <a:rPr lang="ko-KR" altLang="en-US" sz="2600" dirty="0"/>
              <a:t>동아리 최종 발표회 참여해 수료증 취득</a:t>
            </a:r>
            <a:endParaRPr lang="en-US" altLang="ko-KR" sz="2600" dirty="0"/>
          </a:p>
          <a:p>
            <a:r>
              <a:rPr lang="ko-KR" altLang="en-US" sz="2600" dirty="0"/>
              <a:t>인줄 알았으나</a:t>
            </a:r>
            <a:r>
              <a:rPr lang="en-US" altLang="ko-KR" sz="2600" dirty="0"/>
              <a:t>…..</a:t>
            </a:r>
          </a:p>
          <a:p>
            <a:r>
              <a:rPr lang="en-US" altLang="ko-KR" sz="2600" dirty="0">
                <a:hlinkClick r:id="rId3"/>
              </a:rPr>
              <a:t>https://github.com/Launa-0/cardio-project</a:t>
            </a:r>
            <a:endParaRPr lang="en-US" altLang="ko-KR" sz="2600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AF8C1-8793-4B8C-FE65-706701BA6A40}"/>
              </a:ext>
            </a:extLst>
          </p:cNvPr>
          <p:cNvSpPr txBox="1"/>
          <p:nvPr/>
        </p:nvSpPr>
        <p:spPr>
          <a:xfrm>
            <a:off x="10096107" y="1368028"/>
            <a:ext cx="1212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2025.3~8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F8D86C-A17B-D165-76FC-AF8C53152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171" y="2627682"/>
            <a:ext cx="2832124" cy="333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6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00CF1-E48D-C431-1A5C-5D525E44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F8AA-6345-8E8E-30DF-340E8A605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아웃라이어</a:t>
            </a:r>
            <a:r>
              <a:rPr lang="en-US" altLang="ko-KR" dirty="0"/>
              <a:t>-</a:t>
            </a:r>
            <a:r>
              <a:rPr lang="ko-KR" altLang="en-US" dirty="0"/>
              <a:t>심혈관계 프로젝트</a:t>
            </a:r>
            <a:r>
              <a:rPr lang="en-US" altLang="ko-KR" dirty="0"/>
              <a:t>						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1FF9FF-2624-7A38-E622-CCC324392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57103"/>
          </a:xfrm>
        </p:spPr>
        <p:txBody>
          <a:bodyPr>
            <a:normAutofit/>
          </a:bodyPr>
          <a:lstStyle/>
          <a:p>
            <a:r>
              <a:rPr lang="ko-KR" altLang="en-US" dirty="0"/>
              <a:t>최종 발표회때 교수님이 추가지시사항을 얘기하시면서 </a:t>
            </a:r>
            <a:r>
              <a:rPr lang="en-US" altLang="ko-KR" dirty="0"/>
              <a:t>ACK 2025</a:t>
            </a:r>
            <a:r>
              <a:rPr lang="ko-KR" altLang="en-US" dirty="0"/>
              <a:t>에 나가보자 하셨다</a:t>
            </a:r>
            <a:endParaRPr lang="en-US" altLang="ko-KR" dirty="0"/>
          </a:p>
          <a:p>
            <a:r>
              <a:rPr lang="ko-KR" altLang="en-US" sz="1200" dirty="0"/>
              <a:t>교수님 추가지시사항</a:t>
            </a:r>
            <a:endParaRPr lang="en-US" altLang="ko-KR" sz="1200" dirty="0"/>
          </a:p>
          <a:p>
            <a:r>
              <a:rPr lang="ko-KR" altLang="en-US" sz="1200" dirty="0" err="1"/>
              <a:t>하이퍼</a:t>
            </a:r>
            <a:r>
              <a:rPr lang="ko-KR" altLang="en-US" sz="1200" dirty="0"/>
              <a:t> 파라미터 </a:t>
            </a:r>
            <a:r>
              <a:rPr lang="ko-KR" altLang="en-US" sz="1200" dirty="0" err="1"/>
              <a:t>튜닝할때</a:t>
            </a:r>
            <a:r>
              <a:rPr lang="ko-KR" altLang="en-US" sz="1200" dirty="0"/>
              <a:t> 최적화 그리드 </a:t>
            </a:r>
            <a:r>
              <a:rPr lang="ko-KR" altLang="en-US" sz="1200" dirty="0" err="1"/>
              <a:t>서치</a:t>
            </a:r>
            <a:r>
              <a:rPr lang="ko-KR" altLang="en-US" sz="1200" dirty="0"/>
              <a:t> 튜닝으로 모델 정확도를 높이기</a:t>
            </a:r>
            <a:endParaRPr lang="en-US" altLang="ko-KR" sz="1200" dirty="0"/>
          </a:p>
          <a:p>
            <a:r>
              <a:rPr lang="ko-KR" altLang="en-US" sz="1200" dirty="0"/>
              <a:t>모델의 설명 가능성 추가</a:t>
            </a:r>
            <a:endParaRPr lang="en-US" altLang="ko-KR" sz="1200" dirty="0"/>
          </a:p>
          <a:p>
            <a:r>
              <a:rPr lang="ko-KR" altLang="en-US" sz="1200" dirty="0"/>
              <a:t>개인별 개선 제안 이걸 하이라이트로 해서 개인별 개선 제안을 더 다양하게</a:t>
            </a:r>
            <a:r>
              <a:rPr lang="en-US" altLang="ko-KR" sz="1200" dirty="0"/>
              <a:t>-&gt;</a:t>
            </a:r>
            <a:r>
              <a:rPr lang="ko-KR" altLang="en-US" sz="1200" dirty="0"/>
              <a:t> 생성형 </a:t>
            </a:r>
            <a:r>
              <a:rPr lang="en-US" altLang="ko-KR" sz="1200" dirty="0"/>
              <a:t>ai</a:t>
            </a:r>
            <a:r>
              <a:rPr lang="ko-KR" altLang="en-US" sz="1200" dirty="0"/>
              <a:t>랑 연결</a:t>
            </a:r>
            <a:endParaRPr lang="en-US" altLang="ko-KR" sz="1200" dirty="0"/>
          </a:p>
          <a:p>
            <a:r>
              <a:rPr lang="en-US" altLang="ko-KR" dirty="0">
                <a:hlinkClick r:id="rId2"/>
              </a:rPr>
              <a:t>GitHub - Launa-0/</a:t>
            </a:r>
            <a:r>
              <a:rPr lang="en-US" altLang="ko-KR" dirty="0" err="1">
                <a:hlinkClick r:id="rId2"/>
              </a:rPr>
              <a:t>cardio_update</a:t>
            </a:r>
            <a:r>
              <a:rPr lang="en-US" altLang="ko-KR" dirty="0">
                <a:hlinkClick r:id="rId2"/>
              </a:rPr>
              <a:t>: </a:t>
            </a:r>
            <a:r>
              <a:rPr lang="ko-KR" altLang="en-US" dirty="0" err="1">
                <a:hlinkClick r:id="rId2"/>
              </a:rPr>
              <a:t>아웃라이어</a:t>
            </a:r>
            <a:r>
              <a:rPr lang="ko-KR" altLang="en-US" dirty="0">
                <a:hlinkClick r:id="rId2"/>
              </a:rPr>
              <a:t> 교수님 피드백 후</a:t>
            </a:r>
            <a:r>
              <a:rPr lang="en-US" altLang="ko-KR" dirty="0">
                <a:hlinkClick r:id="rId2"/>
              </a:rPr>
              <a:t>~</a:t>
            </a:r>
            <a:r>
              <a:rPr lang="ko-KR" altLang="en-US" dirty="0">
                <a:hlinkClick r:id="rId2"/>
              </a:rPr>
              <a:t>논문제출까지</a:t>
            </a:r>
            <a:r>
              <a:rPr lang="ko-KR" altLang="en-US" dirty="0"/>
              <a:t>  </a:t>
            </a:r>
            <a:endParaRPr lang="en-US" altLang="ko-KR" dirty="0"/>
          </a:p>
          <a:p>
            <a:r>
              <a:rPr lang="ko-KR" altLang="en-US" dirty="0" err="1"/>
              <a:t>무튼</a:t>
            </a:r>
            <a:r>
              <a:rPr lang="ko-KR" altLang="en-US" dirty="0"/>
              <a:t> 그렇게 </a:t>
            </a:r>
            <a:r>
              <a:rPr lang="en-US" altLang="ko-KR" dirty="0" err="1"/>
              <a:t>XGBoost</a:t>
            </a:r>
            <a:r>
              <a:rPr lang="ko-KR" altLang="en-US" dirty="0"/>
              <a:t>모델의 정확도를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튜닝으로 올리고</a:t>
            </a:r>
            <a:r>
              <a:rPr lang="en-US" altLang="ko-KR" dirty="0"/>
              <a:t>, SHAP</a:t>
            </a:r>
            <a:r>
              <a:rPr lang="ko-KR" altLang="en-US" dirty="0"/>
              <a:t>을 통한 설명가능성 추가와 </a:t>
            </a:r>
            <a:r>
              <a:rPr lang="en-US" altLang="ko-KR" dirty="0"/>
              <a:t>Gemini API</a:t>
            </a:r>
            <a:r>
              <a:rPr lang="ko-KR" altLang="en-US" dirty="0"/>
              <a:t>를 사용해서 </a:t>
            </a:r>
            <a:r>
              <a:rPr lang="en-US" altLang="ko-KR" dirty="0" err="1"/>
              <a:t>Streamlit</a:t>
            </a:r>
            <a:r>
              <a:rPr lang="ko-KR" altLang="en-US" dirty="0"/>
              <a:t>으로 최종 배포를 하였다</a:t>
            </a:r>
            <a:endParaRPr lang="en-US" altLang="ko-KR" dirty="0"/>
          </a:p>
          <a:p>
            <a:r>
              <a:rPr lang="ko-KR" altLang="en-US" dirty="0"/>
              <a:t>이후 논문을 작성했고</a:t>
            </a:r>
            <a:r>
              <a:rPr lang="en-US" altLang="ko-KR" dirty="0"/>
              <a:t>, </a:t>
            </a:r>
            <a:r>
              <a:rPr lang="ko-KR" altLang="en-US" dirty="0"/>
              <a:t>최종적으로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16</a:t>
            </a:r>
            <a:r>
              <a:rPr lang="ko-KR" altLang="en-US" dirty="0"/>
              <a:t>일 게재가 결과가 나왔다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https://cardioupdate-agdcshlnfufmuahcjul6es.streamlit.app/</a:t>
            </a:r>
            <a:endParaRPr lang="en-US" altLang="ko-KR" dirty="0"/>
          </a:p>
          <a:p>
            <a:r>
              <a:rPr lang="en-US" altLang="ko-KR" dirty="0">
                <a:solidFill>
                  <a:schemeClr val="tx1"/>
                </a:solidFill>
              </a:rPr>
              <a:t>2025.11</a:t>
            </a:r>
            <a:r>
              <a:rPr lang="ko-KR" altLang="en-US" dirty="0">
                <a:solidFill>
                  <a:schemeClr val="tx1"/>
                </a:solidFill>
              </a:rPr>
              <a:t>월 </a:t>
            </a:r>
            <a:r>
              <a:rPr lang="en-US" altLang="ko-KR" dirty="0">
                <a:solidFill>
                  <a:schemeClr val="tx1"/>
                </a:solidFill>
              </a:rPr>
              <a:t>7</a:t>
            </a:r>
            <a:r>
              <a:rPr lang="ko-KR" altLang="en-US" dirty="0">
                <a:solidFill>
                  <a:schemeClr val="tx1"/>
                </a:solidFill>
              </a:rPr>
              <a:t>일</a:t>
            </a:r>
            <a:r>
              <a:rPr lang="en-US" altLang="ko-KR" dirty="0">
                <a:solidFill>
                  <a:schemeClr val="tx1"/>
                </a:solidFill>
              </a:rPr>
              <a:t>~8</a:t>
            </a:r>
            <a:r>
              <a:rPr lang="ko-KR" altLang="en-US" dirty="0">
                <a:solidFill>
                  <a:schemeClr val="tx1"/>
                </a:solidFill>
              </a:rPr>
              <a:t>일 동국대에서 발표 예정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시간미정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A5537-DC03-6631-AC10-BC56E37183F0}"/>
              </a:ext>
            </a:extLst>
          </p:cNvPr>
          <p:cNvSpPr txBox="1"/>
          <p:nvPr/>
        </p:nvSpPr>
        <p:spPr>
          <a:xfrm>
            <a:off x="10096107" y="1368028"/>
            <a:ext cx="1212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2025.8~11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C2EC7C-1971-25AE-B3FC-80E2DBEFC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921" y="5024487"/>
            <a:ext cx="3501665" cy="171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0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BAAA5-7356-5E1D-4CCB-841A37247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A4CE4-D052-AD27-C57F-53BD722D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 관광 데이터 공모전</a:t>
            </a:r>
            <a:r>
              <a:rPr lang="en-US" altLang="ko-KR" dirty="0"/>
              <a:t>-</a:t>
            </a:r>
            <a:r>
              <a:rPr lang="ko-KR" altLang="en-US" dirty="0"/>
              <a:t>심혈관계 프로젝트</a:t>
            </a:r>
            <a:r>
              <a:rPr lang="en-US" altLang="ko-KR" dirty="0"/>
              <a:t>						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ADB384-48BB-E41C-1313-F000B2B5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7254458" cy="4357103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dirty="0"/>
              <a:t>관광 데이터 분석 공모전에서 주제 </a:t>
            </a:r>
            <a:r>
              <a:rPr lang="en-US" altLang="ko-KR" dirty="0"/>
              <a:t>2</a:t>
            </a:r>
            <a:r>
              <a:rPr lang="ko-KR" altLang="en-US" dirty="0"/>
              <a:t>인 </a:t>
            </a:r>
            <a:r>
              <a:rPr lang="ko-KR" altLang="en-US" dirty="0" err="1"/>
              <a:t>인바운드</a:t>
            </a:r>
            <a:r>
              <a:rPr lang="ko-KR" altLang="en-US" dirty="0"/>
              <a:t> 관광 활성화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주요 </a:t>
            </a:r>
            <a:r>
              <a:rPr lang="ko-KR" altLang="en-US" dirty="0" err="1"/>
              <a:t>시장별</a:t>
            </a:r>
            <a:r>
              <a:rPr lang="ko-KR" altLang="en-US" dirty="0"/>
              <a:t> 방한 관광객 방문 행태를 분석하고 타깃별 </a:t>
            </a:r>
            <a:r>
              <a:rPr lang="ko-KR" altLang="en-US" dirty="0" err="1"/>
              <a:t>인바운드</a:t>
            </a:r>
            <a:r>
              <a:rPr lang="ko-KR" altLang="en-US" dirty="0"/>
              <a:t> 관광 유치 방안 제시로 참가</a:t>
            </a:r>
            <a:endParaRPr lang="en-US" altLang="ko-KR" dirty="0"/>
          </a:p>
          <a:p>
            <a:r>
              <a:rPr lang="ko-KR" altLang="en-US" dirty="0"/>
              <a:t>외래관광객 조사 데이터 사용 </a:t>
            </a:r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인 </a:t>
            </a:r>
            <a:r>
              <a:rPr lang="en-US" altLang="ko-KR" dirty="0"/>
              <a:t>1</a:t>
            </a:r>
            <a:r>
              <a:rPr lang="ko-KR" altLang="en-US" dirty="0"/>
              <a:t>조 프로젝트</a:t>
            </a:r>
            <a:endParaRPr lang="en-US" altLang="ko-KR" dirty="0"/>
          </a:p>
          <a:p>
            <a:r>
              <a:rPr lang="ko-KR" altLang="en-US" dirty="0"/>
              <a:t>담당 부분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방문객 수 분석</a:t>
            </a:r>
            <a:endParaRPr lang="en-US" altLang="ko-KR" dirty="0"/>
          </a:p>
          <a:p>
            <a:r>
              <a:rPr lang="en-US" altLang="ko-KR" dirty="0"/>
              <a:t>PCA </a:t>
            </a:r>
            <a:r>
              <a:rPr lang="ko-KR" altLang="en-US" dirty="0"/>
              <a:t>분석 해오기</a:t>
            </a:r>
            <a:r>
              <a:rPr lang="en-US" altLang="ko-KR" dirty="0"/>
              <a:t>: </a:t>
            </a:r>
            <a:r>
              <a:rPr lang="ko-KR" altLang="en-US" dirty="0"/>
              <a:t>방문객 수</a:t>
            </a:r>
            <a:r>
              <a:rPr lang="en-US" altLang="ko-KR" dirty="0"/>
              <a:t>, </a:t>
            </a:r>
            <a:r>
              <a:rPr lang="ko-KR" altLang="en-US" dirty="0"/>
              <a:t>소비 평균</a:t>
            </a:r>
            <a:r>
              <a:rPr lang="en-US" altLang="ko-KR" dirty="0"/>
              <a:t>, </a:t>
            </a:r>
            <a:r>
              <a:rPr lang="ko-KR" altLang="en-US" dirty="0"/>
              <a:t>체류기간 평균</a:t>
            </a:r>
            <a:r>
              <a:rPr lang="en-US" altLang="ko-KR" dirty="0"/>
              <a:t>, </a:t>
            </a:r>
            <a:r>
              <a:rPr lang="ko-KR" altLang="en-US" dirty="0"/>
              <a:t>환율데이터 사용해서 분석</a:t>
            </a:r>
          </a:p>
          <a:p>
            <a:r>
              <a:rPr lang="ko-KR" altLang="en-US" dirty="0"/>
              <a:t>가현님이 한 </a:t>
            </a:r>
            <a:r>
              <a:rPr lang="ko-KR" altLang="en-US" dirty="0" err="1"/>
              <a:t>스코어링분석</a:t>
            </a:r>
            <a:r>
              <a:rPr lang="ko-KR" altLang="en-US" dirty="0"/>
              <a:t> 결과에서 </a:t>
            </a:r>
            <a:r>
              <a:rPr lang="en-US" altLang="ko-KR" dirty="0"/>
              <a:t>7</a:t>
            </a:r>
            <a:r>
              <a:rPr lang="ko-KR" altLang="en-US" dirty="0"/>
              <a:t>개 국 골라 </a:t>
            </a:r>
            <a:r>
              <a:rPr lang="en-US" altLang="ko-KR" dirty="0"/>
              <a:t>-&gt; </a:t>
            </a:r>
            <a:r>
              <a:rPr lang="ko-KR" altLang="en-US" dirty="0"/>
              <a:t>방문객 수</a:t>
            </a:r>
            <a:r>
              <a:rPr lang="en-US" altLang="ko-KR" dirty="0"/>
              <a:t>, </a:t>
            </a:r>
            <a:r>
              <a:rPr lang="ko-KR" altLang="en-US" dirty="0"/>
              <a:t>재방문율</a:t>
            </a:r>
            <a:r>
              <a:rPr lang="en-US" altLang="ko-KR" dirty="0"/>
              <a:t>, </a:t>
            </a:r>
            <a:r>
              <a:rPr lang="ko-KR" altLang="en-US" dirty="0"/>
              <a:t>체류 기간 이용해서 분류 분석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개국 선정</a:t>
            </a:r>
            <a:r>
              <a:rPr lang="en-US" altLang="ko-KR" dirty="0"/>
              <a:t>-&gt; 3</a:t>
            </a:r>
            <a:r>
              <a:rPr lang="ko-KR" altLang="en-US" dirty="0"/>
              <a:t>개국에 대한 소비분석</a:t>
            </a:r>
          </a:p>
          <a:p>
            <a:r>
              <a:rPr lang="ko-KR" altLang="en-US" dirty="0" err="1"/>
              <a:t>레포트</a:t>
            </a:r>
            <a:r>
              <a:rPr lang="ko-KR" altLang="en-US" dirty="0"/>
              <a:t> 작성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ko-KR" altLang="en-US" dirty="0" err="1"/>
              <a:t>타겟별</a:t>
            </a:r>
            <a:r>
              <a:rPr lang="ko-KR" altLang="en-US" dirty="0"/>
              <a:t> </a:t>
            </a:r>
            <a:r>
              <a:rPr lang="ko-KR" altLang="en-US" dirty="0" err="1"/>
              <a:t>인바운드</a:t>
            </a:r>
            <a:r>
              <a:rPr lang="ko-KR" altLang="en-US" dirty="0"/>
              <a:t> 관광 유치 방안 제시</a:t>
            </a:r>
          </a:p>
          <a:p>
            <a:r>
              <a:rPr lang="ko-KR" altLang="en-US" dirty="0" err="1"/>
              <a:t>레포트</a:t>
            </a:r>
            <a:r>
              <a:rPr lang="ko-KR" altLang="en-US" dirty="0"/>
              <a:t> 최종 점검</a:t>
            </a:r>
          </a:p>
          <a:p>
            <a:r>
              <a:rPr lang="en-US" altLang="ko-KR" dirty="0">
                <a:hlinkClick r:id="rId2"/>
              </a:rPr>
              <a:t>https://github.com/Launa-0/2025_tourgo_event</a:t>
            </a:r>
            <a:endParaRPr lang="en-US" altLang="ko-KR" dirty="0"/>
          </a:p>
          <a:p>
            <a:r>
              <a:rPr lang="ko-KR" altLang="en-US" dirty="0"/>
              <a:t>결과</a:t>
            </a:r>
            <a:r>
              <a:rPr lang="en-US" altLang="ko-KR" dirty="0"/>
              <a:t>: </a:t>
            </a:r>
            <a:r>
              <a:rPr lang="ko-KR" altLang="en-US" dirty="0"/>
              <a:t>예선탈락 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09AF6-AF5F-6270-E70D-169014DC71D8}"/>
              </a:ext>
            </a:extLst>
          </p:cNvPr>
          <p:cNvSpPr txBox="1"/>
          <p:nvPr/>
        </p:nvSpPr>
        <p:spPr>
          <a:xfrm>
            <a:off x="10492032" y="1368028"/>
            <a:ext cx="876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2025.7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6EB775-A720-A3D9-C108-4CB851DE0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713" y="1737360"/>
            <a:ext cx="3488738" cy="493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27C7-D0B0-0D29-6218-B59B287D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E9875-5ED3-696A-D48A-8BA167B16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</a:rPr>
              <a:t>카카오 브레인 </a:t>
            </a:r>
            <a:r>
              <a:rPr lang="en-US" altLang="ko-KR" dirty="0">
                <a:solidFill>
                  <a:srgbClr val="0070C0"/>
                </a:solidFill>
              </a:rPr>
              <a:t>					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ABDF9-4F82-47A8-4CA0-98200EAD1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582530" cy="435710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0070C0"/>
                </a:solidFill>
              </a:rPr>
              <a:t>KoGPT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ko-KR" dirty="0">
                <a:solidFill>
                  <a:srgbClr val="0070C0"/>
                </a:solidFill>
              </a:rPr>
              <a:t>모델 기반의 대화 응답 개선 프로젝트에 참여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ko-KR" altLang="ko-KR" dirty="0">
                <a:solidFill>
                  <a:srgbClr val="0070C0"/>
                </a:solidFill>
              </a:rPr>
              <a:t>대화 데이터의 오류를 점검하고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ko-KR" dirty="0">
                <a:solidFill>
                  <a:srgbClr val="0070C0"/>
                </a:solidFill>
              </a:rPr>
              <a:t>학습용 데이터셋 구축을 지원</a:t>
            </a:r>
            <a:endParaRPr lang="en-US" altLang="ko-KR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2362E-C011-DADA-FA21-70276BA77CEA}"/>
              </a:ext>
            </a:extLst>
          </p:cNvPr>
          <p:cNvSpPr txBox="1"/>
          <p:nvPr/>
        </p:nvSpPr>
        <p:spPr>
          <a:xfrm>
            <a:off x="10284644" y="1368028"/>
            <a:ext cx="108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2026-27</a:t>
            </a:r>
            <a:endParaRPr lang="ko-KR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71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FA92-F087-68ED-6E8D-CBABAA08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4B191-AB78-7CE5-3F8E-E2B390B87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</a:rPr>
              <a:t>네이버 클라우드 </a:t>
            </a:r>
            <a:r>
              <a:rPr lang="en-US" altLang="ko-KR" dirty="0">
                <a:solidFill>
                  <a:srgbClr val="0070C0"/>
                </a:solidFill>
              </a:rPr>
              <a:t>					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CC46F1-641E-550A-7F23-A23B9200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346860" cy="435710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0070C0"/>
                </a:solidFill>
              </a:rPr>
              <a:t>HyperCLOVA</a:t>
            </a:r>
            <a:r>
              <a:rPr lang="en-US" altLang="ko-KR" dirty="0">
                <a:solidFill>
                  <a:srgbClr val="0070C0"/>
                </a:solidFill>
              </a:rPr>
              <a:t> X </a:t>
            </a:r>
            <a:r>
              <a:rPr lang="ko-KR" altLang="ko-KR" dirty="0">
                <a:solidFill>
                  <a:srgbClr val="0070C0"/>
                </a:solidFill>
              </a:rPr>
              <a:t>모델을 활용한 생성형 </a:t>
            </a:r>
            <a:r>
              <a:rPr lang="ko-KR" altLang="ko-KR" dirty="0" err="1">
                <a:solidFill>
                  <a:srgbClr val="0070C0"/>
                </a:solidFill>
              </a:rPr>
              <a:t>챗봇</a:t>
            </a:r>
            <a:r>
              <a:rPr lang="ko-KR" altLang="ko-KR" dirty="0">
                <a:solidFill>
                  <a:srgbClr val="0070C0"/>
                </a:solidFill>
              </a:rPr>
              <a:t> 프로젝트에 참여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ko-KR" altLang="ko-KR" dirty="0">
                <a:solidFill>
                  <a:srgbClr val="0070C0"/>
                </a:solidFill>
              </a:rPr>
              <a:t>데이터 전처리와 파이프라인 자동화를 담당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>
                <a:solidFill>
                  <a:srgbClr val="0070C0"/>
                </a:solidFill>
              </a:rPr>
              <a:t>Python</a:t>
            </a:r>
            <a:r>
              <a:rPr lang="ko-KR" altLang="ko-KR" dirty="0">
                <a:solidFill>
                  <a:srgbClr val="0070C0"/>
                </a:solidFill>
              </a:rPr>
              <a:t>과</a:t>
            </a:r>
            <a:r>
              <a:rPr lang="en-US" altLang="ko-KR" dirty="0">
                <a:solidFill>
                  <a:srgbClr val="0070C0"/>
                </a:solidFill>
              </a:rPr>
              <a:t> Pandas</a:t>
            </a:r>
            <a:r>
              <a:rPr lang="ko-KR" altLang="ko-KR" dirty="0">
                <a:solidFill>
                  <a:srgbClr val="0070C0"/>
                </a:solidFill>
              </a:rPr>
              <a:t>를 이용해 데이터 정제 스크립트를 작성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 err="1">
                <a:solidFill>
                  <a:srgbClr val="0070C0"/>
                </a:solidFill>
              </a:rPr>
              <a:t>LangChain</a:t>
            </a:r>
            <a:r>
              <a:rPr lang="ko-KR" altLang="ko-KR" dirty="0">
                <a:solidFill>
                  <a:srgbClr val="0070C0"/>
                </a:solidFill>
              </a:rPr>
              <a:t>을 이용해 검색 기반 </a:t>
            </a:r>
            <a:r>
              <a:rPr lang="ko-KR" altLang="ko-KR" dirty="0" err="1">
                <a:solidFill>
                  <a:srgbClr val="0070C0"/>
                </a:solidFill>
              </a:rPr>
              <a:t>챗봇</a:t>
            </a:r>
            <a:r>
              <a:rPr lang="ko-KR" altLang="ko-KR" dirty="0">
                <a:solidFill>
                  <a:srgbClr val="0070C0"/>
                </a:solidFill>
              </a:rPr>
              <a:t> 구조를 설계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>
                <a:solidFill>
                  <a:srgbClr val="0070C0"/>
                </a:solidFill>
              </a:rPr>
              <a:t>CLOVA Studio</a:t>
            </a:r>
            <a:r>
              <a:rPr lang="ko-KR" altLang="ko-KR" dirty="0">
                <a:solidFill>
                  <a:srgbClr val="0070C0"/>
                </a:solidFill>
              </a:rPr>
              <a:t>를 이용해 커스텀 모델 미세조정 과정에 참여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ko-KR" altLang="ko-KR" dirty="0">
                <a:solidFill>
                  <a:srgbClr val="0070C0"/>
                </a:solidFill>
              </a:rPr>
              <a:t>실제 서비스 수준의</a:t>
            </a:r>
            <a:r>
              <a:rPr lang="en-US" altLang="ko-KR" dirty="0">
                <a:solidFill>
                  <a:srgbClr val="0070C0"/>
                </a:solidFill>
              </a:rPr>
              <a:t> LLM </a:t>
            </a:r>
            <a:r>
              <a:rPr lang="ko-KR" altLang="ko-KR" dirty="0">
                <a:solidFill>
                  <a:srgbClr val="0070C0"/>
                </a:solidFill>
              </a:rPr>
              <a:t>개발 과정을 경험</a:t>
            </a:r>
            <a:endParaRPr lang="en-US" altLang="ko-KR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05818-D2AE-2513-2E96-653586A93DF7}"/>
              </a:ext>
            </a:extLst>
          </p:cNvPr>
          <p:cNvSpPr txBox="1"/>
          <p:nvPr/>
        </p:nvSpPr>
        <p:spPr>
          <a:xfrm>
            <a:off x="10284644" y="1368028"/>
            <a:ext cx="108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2027-29</a:t>
            </a:r>
            <a:endParaRPr lang="ko-KR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8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1DCFA-BEB8-8E63-F365-CCC66D219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1AB152-0A3C-3F28-A8EB-C9A2F231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자격증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27F9C-5B9D-464F-48FD-469C07540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60798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2023.5: </a:t>
            </a:r>
            <a:r>
              <a:rPr lang="ko-KR" altLang="en-US" sz="1600" dirty="0"/>
              <a:t>토익 </a:t>
            </a:r>
            <a:r>
              <a:rPr lang="en-US" altLang="ko-KR" sz="1600" dirty="0"/>
              <a:t>750</a:t>
            </a:r>
          </a:p>
          <a:p>
            <a:r>
              <a:rPr lang="en-US" altLang="ko-KR" sz="1600" dirty="0"/>
              <a:t>2023.7: </a:t>
            </a:r>
            <a:r>
              <a:rPr lang="ko-KR" altLang="en-US" sz="1600" dirty="0"/>
              <a:t>운전면허 </a:t>
            </a:r>
            <a:r>
              <a:rPr lang="en-US" altLang="ko-KR" sz="1600" dirty="0"/>
              <a:t>2</a:t>
            </a:r>
            <a:r>
              <a:rPr lang="ko-KR" altLang="en-US" sz="1600" dirty="0" err="1"/>
              <a:t>종보통</a:t>
            </a:r>
            <a:r>
              <a:rPr lang="en-US" altLang="ko-KR" sz="1600" dirty="0"/>
              <a:t>….</a:t>
            </a:r>
          </a:p>
          <a:p>
            <a:r>
              <a:rPr lang="en-US" altLang="ko-KR" sz="1600" dirty="0"/>
              <a:t>2025.9: ADSP </a:t>
            </a:r>
            <a:r>
              <a:rPr lang="ko-KR" altLang="en-US" sz="1600" dirty="0"/>
              <a:t>취득</a:t>
            </a:r>
            <a:endParaRPr lang="en-US" altLang="ko-KR" sz="1600" dirty="0"/>
          </a:p>
          <a:p>
            <a:r>
              <a:rPr lang="en-US" altLang="ko-KR" sz="1600" dirty="0">
                <a:solidFill>
                  <a:srgbClr val="0070C0"/>
                </a:solidFill>
              </a:rPr>
              <a:t>2025.11: SQLD </a:t>
            </a:r>
            <a:r>
              <a:rPr lang="ko-KR" altLang="en-US" sz="1600" dirty="0">
                <a:solidFill>
                  <a:srgbClr val="0070C0"/>
                </a:solidFill>
              </a:rPr>
              <a:t>취득 </a:t>
            </a:r>
            <a:endParaRPr lang="en-US" altLang="ko-KR" sz="1600" dirty="0">
              <a:solidFill>
                <a:srgbClr val="0070C0"/>
              </a:solidFill>
            </a:endParaRPr>
          </a:p>
          <a:p>
            <a:r>
              <a:rPr lang="en-US" altLang="ko-KR" sz="1600" dirty="0">
                <a:solidFill>
                  <a:srgbClr val="0070C0"/>
                </a:solidFill>
              </a:rPr>
              <a:t>2026: </a:t>
            </a:r>
            <a:r>
              <a:rPr lang="ko-KR" altLang="en-US" sz="1600" dirty="0" err="1">
                <a:solidFill>
                  <a:srgbClr val="0070C0"/>
                </a:solidFill>
              </a:rPr>
              <a:t>빅분기</a:t>
            </a:r>
            <a:r>
              <a:rPr lang="en-US" altLang="ko-KR" sz="1600" dirty="0">
                <a:solidFill>
                  <a:srgbClr val="0070C0"/>
                </a:solidFill>
              </a:rPr>
              <a:t>, </a:t>
            </a:r>
            <a:r>
              <a:rPr lang="ko-KR" altLang="en-US" sz="1600" dirty="0" err="1">
                <a:solidFill>
                  <a:srgbClr val="0070C0"/>
                </a:solidFill>
              </a:rPr>
              <a:t>정처기</a:t>
            </a:r>
            <a:r>
              <a:rPr lang="en-US" altLang="ko-KR" sz="1600" dirty="0">
                <a:solidFill>
                  <a:srgbClr val="0070C0"/>
                </a:solidFill>
              </a:rPr>
              <a:t>, </a:t>
            </a:r>
            <a:r>
              <a:rPr lang="ko-KR" altLang="en-US" sz="1600" dirty="0" err="1">
                <a:solidFill>
                  <a:srgbClr val="0070C0"/>
                </a:solidFill>
              </a:rPr>
              <a:t>사조사</a:t>
            </a:r>
            <a:r>
              <a:rPr lang="ko-KR" altLang="en-US" sz="1600" dirty="0">
                <a:solidFill>
                  <a:srgbClr val="0070C0"/>
                </a:solidFill>
              </a:rPr>
              <a:t> 취득</a:t>
            </a:r>
            <a:endParaRPr lang="en-US" altLang="ko-KR" sz="1600" dirty="0"/>
          </a:p>
          <a:p>
            <a:endParaRPr lang="en-US" altLang="ko-KR" dirty="0"/>
          </a:p>
          <a:p>
            <a:pPr lvl="4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741C3D-F25D-0831-8C99-F953D1009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608" y="1845734"/>
            <a:ext cx="3649609" cy="129078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A3382A4-5A37-8A1E-24B4-9020BB1F1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946" y="3334732"/>
            <a:ext cx="5330808" cy="284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180564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</TotalTime>
  <Words>478</Words>
  <Application>Microsoft Office PowerPoint</Application>
  <PresentationFormat>와이드스크린</PresentationFormat>
  <Paragraphs>68</Paragraphs>
  <Slides>8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추억</vt:lpstr>
      <vt:lpstr>카카오 입사지원 개인 포트폴리오</vt:lpstr>
      <vt:lpstr>뤼튼-생성형AI전략기획 아이디어톤       </vt:lpstr>
      <vt:lpstr>아웃라이어-심혈관계 프로젝트       </vt:lpstr>
      <vt:lpstr>아웃라이어-심혈관계 프로젝트       </vt:lpstr>
      <vt:lpstr>2025 관광 데이터 공모전-심혈관계 프로젝트       </vt:lpstr>
      <vt:lpstr>카카오 브레인      </vt:lpstr>
      <vt:lpstr>네이버 클라우드      </vt:lpstr>
      <vt:lpstr>자격증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승현 오</dc:creator>
  <cp:lastModifiedBy>승현 오</cp:lastModifiedBy>
  <cp:revision>3</cp:revision>
  <dcterms:created xsi:type="dcterms:W3CDTF">2025-10-17T16:40:27Z</dcterms:created>
  <dcterms:modified xsi:type="dcterms:W3CDTF">2025-10-19T12:22:19Z</dcterms:modified>
</cp:coreProperties>
</file>